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Google Cloud Platform (GCP) Tools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Core Services</a:t>
            </a:r>
          </a:p>
          <a:p>
            <a:pPr/>
            <a:r>
              <a:t>DevOps</a:t>
            </a:r>
          </a:p>
          <a:p>
            <a:pPr/>
            <a:r>
              <a:t>Security</a:t>
            </a:r>
          </a:p>
          <a:p>
            <a:pPr/>
            <a:r>
              <a:t>Data Analytics</a:t>
            </a:r>
          </a:p>
          <a:p>
            <a:pPr/>
            <a:r>
              <a:t>AI/ML</a:t>
            </a:r>
          </a:p>
          <a:p>
            <a:pPr/>
            <a:r>
              <a:t>Best Practices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Introduction to GCP</a:t>
            </a:r>
          </a:p>
          <a:p>
            <a:pPr/>
            <a:r>
              <a:t>Infrastructure</a:t>
            </a:r>
          </a:p>
          <a:p>
            <a:pPr/>
            <a:r>
              <a:t>Compute Services</a:t>
            </a:r>
          </a:p>
          <a:p>
            <a:pPr/>
            <a:r>
              <a:t>Storage &amp; Databases</a:t>
            </a:r>
          </a:p>
          <a:p>
            <a:pPr/>
            <a:r>
              <a:t>Networking &amp; Security</a:t>
            </a:r>
          </a:p>
          <a:p>
            <a:pPr/>
            <a:r>
              <a:t>DevOps &amp; Monitoring</a:t>
            </a:r>
          </a:p>
          <a:p>
            <a:pPr/>
            <a:r>
              <a:t>Data Analytics &amp; AI</a:t>
            </a:r>
          </a:p>
          <a:p>
            <a:pPr/>
            <a:r>
              <a:t>Best Practices &amp;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Google Cloud Platform?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platform by Google</a:t>
            </a:r>
          </a:p>
          <a:p>
            <a:pPr/>
            <a:r>
              <a:t>Supports IaaS, PaaS, and Serverless</a:t>
            </a:r>
          </a:p>
          <a:p>
            <a:pPr/>
            <a:r>
              <a:t>Global infrastructure</a:t>
            </a:r>
          </a:p>
          <a:p>
            <a:pPr/>
            <a:r>
              <a:t>Pay-as-you-go pricing</a:t>
            </a:r>
          </a:p>
          <a:p>
            <a:pPr/>
            <a:r>
              <a:t>Scalable and secure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Compute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Compute Engine – Virtual Machines</a:t>
            </a:r>
          </a:p>
          <a:p>
            <a:pPr/>
            <a:r>
              <a:t>Google Kubernetes Engine (GKE)</a:t>
            </a:r>
          </a:p>
          <a:p>
            <a:pPr/>
            <a:r>
              <a:t>Cloud Run – Serverless Containers</a:t>
            </a:r>
          </a:p>
          <a:p>
            <a:pPr/>
            <a:r>
              <a:t>App Engine – PaaS Web Apps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Storage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Storage</a:t>
            </a:r>
          </a:p>
          <a:p>
            <a:pPr/>
            <a:r>
              <a:t>Persistent Disk</a:t>
            </a:r>
          </a:p>
          <a:p>
            <a:pPr/>
            <a:r>
              <a:t>Filestore</a:t>
            </a:r>
          </a:p>
          <a:p>
            <a:pPr/>
            <a:r>
              <a:t>Lifecycle management</a:t>
            </a:r>
          </a:p>
          <a:p>
            <a:pPr/>
            <a:r>
              <a:t>Encrypted storage by default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Database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SQL</a:t>
            </a:r>
          </a:p>
          <a:p>
            <a:pPr/>
            <a:r>
              <a:t>Spanner</a:t>
            </a:r>
          </a:p>
          <a:p>
            <a:pPr/>
            <a:r>
              <a:t>Firestore</a:t>
            </a:r>
          </a:p>
          <a:p>
            <a:pPr/>
            <a:r>
              <a:t>Bigtable</a:t>
            </a:r>
          </a:p>
          <a:p>
            <a:pPr/>
            <a:r>
              <a:t>Memorystore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Networking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Virtual Private Cloud (VPC)</a:t>
            </a:r>
          </a:p>
          <a:p>
            <a:pPr/>
            <a:r>
              <a:t>Cloud Load Balancing</a:t>
            </a:r>
          </a:p>
          <a:p>
            <a:pPr/>
            <a:r>
              <a:t>Cloud CDN</a:t>
            </a:r>
          </a:p>
          <a:p>
            <a:pPr/>
            <a:r>
              <a:t>Cloud DNS</a:t>
            </a:r>
          </a:p>
          <a:p>
            <a:pPr/>
            <a:r>
              <a:t>Hybrid Connectivity (VPN/Interconnect)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Identity &amp;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IAM roles and permissions</a:t>
            </a:r>
          </a:p>
          <a:p>
            <a:pPr/>
            <a:r>
              <a:t>Secret Manager</a:t>
            </a:r>
          </a:p>
          <a:p>
            <a:pPr/>
            <a:r>
              <a:t>Cloud Armor</a:t>
            </a:r>
          </a:p>
          <a:p>
            <a:pPr/>
            <a:r>
              <a:t>Security Command Center</a:t>
            </a:r>
          </a:p>
          <a:p>
            <a:pPr/>
            <a:r>
              <a:t>Key Management Service (KMS)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DevOps &amp; CI/CD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Build</a:t>
            </a:r>
          </a:p>
          <a:p>
            <a:pPr/>
            <a:r>
              <a:t>Artifact Registry</a:t>
            </a:r>
          </a:p>
          <a:p>
            <a:pPr/>
            <a:r>
              <a:t>Cloud Deploy</a:t>
            </a:r>
          </a:p>
          <a:p>
            <a:pPr/>
            <a:r>
              <a:t>Terraform / IaC</a:t>
            </a:r>
          </a:p>
          <a:p>
            <a:pPr/>
            <a:r>
              <a:t>Automated pipelines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Monitoring &amp;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Cloud Monitoring</a:t>
            </a:r>
          </a:p>
          <a:p>
            <a:pPr/>
            <a:r>
              <a:t>Cloud Logging</a:t>
            </a:r>
          </a:p>
          <a:p>
            <a:pPr/>
            <a:r>
              <a:t>Error Reporting</a:t>
            </a:r>
          </a:p>
          <a:p>
            <a:pPr/>
            <a:r>
              <a:t>Trace &amp; Profiler</a:t>
            </a:r>
          </a:p>
          <a:p>
            <a:pPr/>
            <a:r>
              <a:t>Centralized observability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Analytics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BigQuery</a:t>
            </a:r>
          </a:p>
          <a:p>
            <a:pPr/>
            <a:r>
              <a:t>Dataflow</a:t>
            </a:r>
          </a:p>
          <a:p>
            <a:pPr/>
            <a:r>
              <a:t>Pub/Sub</a:t>
            </a:r>
          </a:p>
          <a:p>
            <a:pPr/>
            <a:r>
              <a:t>Dataproc</a:t>
            </a:r>
          </a:p>
          <a:p>
            <a:pPr/>
            <a:r>
              <a:t>Looker &amp; Looker Studio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&amp;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Vertex AI</a:t>
            </a:r>
          </a:p>
          <a:p>
            <a:pPr/>
            <a:r>
              <a:t>Vision AI</a:t>
            </a:r>
          </a:p>
          <a:p>
            <a:pPr/>
            <a:r>
              <a:t>Natural Language API</a:t>
            </a:r>
          </a:p>
          <a:p>
            <a:pPr/>
            <a:r>
              <a:t>Speech-to-Text</a:t>
            </a:r>
          </a:p>
          <a:p>
            <a:pPr/>
            <a:r>
              <a:t>Generative AI services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Cost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Billing dashboards</a:t>
            </a:r>
          </a:p>
          <a:p>
            <a:pPr/>
            <a:r>
              <a:t>Budgets and alerts</a:t>
            </a:r>
          </a:p>
          <a:p>
            <a:pPr/>
            <a:r>
              <a:t>Autoscaling</a:t>
            </a:r>
          </a:p>
          <a:p>
            <a:pPr/>
            <a:r>
              <a:t>Committed use discounts</a:t>
            </a:r>
          </a:p>
          <a:p>
            <a:pPr/>
            <a:r>
              <a:t>Resource right-sizing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Enterprise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Load Balancer</a:t>
            </a:r>
          </a:p>
          <a:p>
            <a:pPr/>
            <a:r>
              <a:t>Cloud Armor</a:t>
            </a:r>
          </a:p>
          <a:p>
            <a:pPr/>
            <a:r>
              <a:t>GKE / Cloud Run</a:t>
            </a:r>
          </a:p>
          <a:p>
            <a:pPr/>
            <a:r>
              <a:t>Cloud SQL</a:t>
            </a:r>
          </a:p>
          <a:p>
            <a:pPr/>
            <a:r>
              <a:t>BigQuery &amp; Monitoring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 managed services</a:t>
            </a:r>
          </a:p>
          <a:p>
            <a:pPr/>
            <a:r>
              <a:t>Implement least privilege access</a:t>
            </a:r>
          </a:p>
          <a:p>
            <a:pPr/>
            <a:r>
              <a:t>Automate deployments</a:t>
            </a:r>
          </a:p>
          <a:p>
            <a:pPr/>
            <a:r>
              <a:t>Monitor costs regularly</a:t>
            </a:r>
          </a:p>
          <a:p>
            <a:pPr/>
            <a:r>
              <a:t>Deploy across zones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 /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Questions?</a:t>
            </a:r>
          </a:p>
          <a:p>
            <a:pPr/>
            <a:r>
              <a:t>Discussion</a:t>
            </a:r>
          </a:p>
          <a:p>
            <a:pPr/>
            <a:r>
              <a:t>Feedback</a:t>
            </a:r>
          </a:p>
          <a:p>
            <a:pPr/>
            <a:r>
              <a:t>Contact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